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notesMasterIdLst>
    <p:notesMasterId r:id="rId3"/>
  </p:notesMasterIdLst>
  <p:sldIdLst>
    <p:sldId id="256" r:id="rId2"/>
  </p:sldIdLst>
  <p:sldSz cx="30240288" cy="424799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72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0" d="100"/>
          <a:sy n="40" d="100"/>
        </p:scale>
        <p:origin x="1026" y="-5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DA5372-AFE6-418E-82F1-3F4AFB6FEAC9}" type="datetimeFigureOut">
              <a:rPr lang="en-GB" smtClean="0"/>
              <a:t>12/06/2025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0450" y="1143000"/>
            <a:ext cx="2197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B4569-6ACF-4A60-A0AD-06456836BF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8066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320839" rtl="0" eaLnBrk="1" latinLnBrk="0" hangingPunct="1">
      <a:defRPr sz="3046" kern="1200">
        <a:solidFill>
          <a:schemeClr val="tx1"/>
        </a:solidFill>
        <a:latin typeface="+mn-lt"/>
        <a:ea typeface="+mn-ea"/>
        <a:cs typeface="+mn-cs"/>
      </a:defRPr>
    </a:lvl1pPr>
    <a:lvl2pPr marL="1160419" algn="l" defTabSz="2320839" rtl="0" eaLnBrk="1" latinLnBrk="0" hangingPunct="1">
      <a:defRPr sz="3046" kern="1200">
        <a:solidFill>
          <a:schemeClr val="tx1"/>
        </a:solidFill>
        <a:latin typeface="+mn-lt"/>
        <a:ea typeface="+mn-ea"/>
        <a:cs typeface="+mn-cs"/>
      </a:defRPr>
    </a:lvl2pPr>
    <a:lvl3pPr marL="2320839" algn="l" defTabSz="2320839" rtl="0" eaLnBrk="1" latinLnBrk="0" hangingPunct="1">
      <a:defRPr sz="3046" kern="1200">
        <a:solidFill>
          <a:schemeClr val="tx1"/>
        </a:solidFill>
        <a:latin typeface="+mn-lt"/>
        <a:ea typeface="+mn-ea"/>
        <a:cs typeface="+mn-cs"/>
      </a:defRPr>
    </a:lvl3pPr>
    <a:lvl4pPr marL="3481258" algn="l" defTabSz="2320839" rtl="0" eaLnBrk="1" latinLnBrk="0" hangingPunct="1">
      <a:defRPr sz="3046" kern="1200">
        <a:solidFill>
          <a:schemeClr val="tx1"/>
        </a:solidFill>
        <a:latin typeface="+mn-lt"/>
        <a:ea typeface="+mn-ea"/>
        <a:cs typeface="+mn-cs"/>
      </a:defRPr>
    </a:lvl4pPr>
    <a:lvl5pPr marL="4641677" algn="l" defTabSz="2320839" rtl="0" eaLnBrk="1" latinLnBrk="0" hangingPunct="1">
      <a:defRPr sz="3046" kern="1200">
        <a:solidFill>
          <a:schemeClr val="tx1"/>
        </a:solidFill>
        <a:latin typeface="+mn-lt"/>
        <a:ea typeface="+mn-ea"/>
        <a:cs typeface="+mn-cs"/>
      </a:defRPr>
    </a:lvl5pPr>
    <a:lvl6pPr marL="5802097" algn="l" defTabSz="2320839" rtl="0" eaLnBrk="1" latinLnBrk="0" hangingPunct="1">
      <a:defRPr sz="3046" kern="1200">
        <a:solidFill>
          <a:schemeClr val="tx1"/>
        </a:solidFill>
        <a:latin typeface="+mn-lt"/>
        <a:ea typeface="+mn-ea"/>
        <a:cs typeface="+mn-cs"/>
      </a:defRPr>
    </a:lvl6pPr>
    <a:lvl7pPr marL="6962516" algn="l" defTabSz="2320839" rtl="0" eaLnBrk="1" latinLnBrk="0" hangingPunct="1">
      <a:defRPr sz="3046" kern="1200">
        <a:solidFill>
          <a:schemeClr val="tx1"/>
        </a:solidFill>
        <a:latin typeface="+mn-lt"/>
        <a:ea typeface="+mn-ea"/>
        <a:cs typeface="+mn-cs"/>
      </a:defRPr>
    </a:lvl7pPr>
    <a:lvl8pPr marL="8122935" algn="l" defTabSz="2320839" rtl="0" eaLnBrk="1" latinLnBrk="0" hangingPunct="1">
      <a:defRPr sz="3046" kern="1200">
        <a:solidFill>
          <a:schemeClr val="tx1"/>
        </a:solidFill>
        <a:latin typeface="+mn-lt"/>
        <a:ea typeface="+mn-ea"/>
        <a:cs typeface="+mn-cs"/>
      </a:defRPr>
    </a:lvl8pPr>
    <a:lvl9pPr marL="9283355" algn="l" defTabSz="2320839" rtl="0" eaLnBrk="1" latinLnBrk="0" hangingPunct="1">
      <a:defRPr sz="304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0450" y="1143000"/>
            <a:ext cx="21971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FB4569-6ACF-4A60-A0AD-06456836BF8E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530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14336137" y="7246802"/>
            <a:ext cx="15923228" cy="30932673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64018" y="3303996"/>
            <a:ext cx="20354363" cy="19351967"/>
          </a:xfrm>
        </p:spPr>
        <p:txBody>
          <a:bodyPr anchor="b">
            <a:normAutofit/>
          </a:bodyPr>
          <a:lstStyle>
            <a:lvl1pPr algn="l">
              <a:defRPr sz="1455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64017" y="23809737"/>
            <a:ext cx="16384290" cy="11852416"/>
          </a:xfrm>
        </p:spPr>
        <p:txBody>
          <a:bodyPr anchor="t">
            <a:normAutofit/>
          </a:bodyPr>
          <a:lstStyle>
            <a:lvl1pPr marL="0" indent="0" algn="l">
              <a:buNone/>
              <a:defRPr sz="6614">
                <a:solidFill>
                  <a:schemeClr val="bg2">
                    <a:lumMod val="75000"/>
                  </a:schemeClr>
                </a:solidFill>
              </a:defRPr>
            </a:lvl1pPr>
            <a:lvl2pPr marL="15120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0240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5360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60480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75600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9072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05840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20960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144F-240A-4B18-8C4F-0B02C4F4636F}" type="datetimeFigureOut">
              <a:rPr lang="en-GB" smtClean="0"/>
              <a:t>12/06/2025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B3171-D1CC-4723-AD81-B33BC0CB8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996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4019" y="27847943"/>
            <a:ext cx="21677719" cy="94399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4019" y="3303993"/>
            <a:ext cx="21677719" cy="2333775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144F-240A-4B18-8C4F-0B02C4F4636F}" type="datetimeFigureOut">
              <a:rPr lang="en-GB" smtClean="0"/>
              <a:t>12/06/2025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B3171-D1CC-4723-AD81-B33BC0CB8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1347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4017" y="12271972"/>
            <a:ext cx="21173718" cy="14369750"/>
          </a:xfrm>
        </p:spPr>
        <p:txBody>
          <a:bodyPr anchor="b">
            <a:normAutofit/>
          </a:bodyPr>
          <a:lstStyle>
            <a:lvl1pPr algn="l">
              <a:defRPr sz="10583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64018" y="27795500"/>
            <a:ext cx="21173715" cy="9492427"/>
          </a:xfrm>
        </p:spPr>
        <p:txBody>
          <a:bodyPr anchor="t">
            <a:normAutofit/>
          </a:bodyPr>
          <a:lstStyle>
            <a:lvl1pPr marL="0" indent="0" algn="l">
              <a:buNone/>
              <a:defRPr sz="5953">
                <a:solidFill>
                  <a:schemeClr val="bg2">
                    <a:lumMod val="75000"/>
                  </a:schemeClr>
                </a:solidFill>
              </a:defRPr>
            </a:lvl1pPr>
            <a:lvl2pPr marL="1512006" indent="0">
              <a:buNone/>
              <a:defRPr sz="5953">
                <a:solidFill>
                  <a:schemeClr val="tx1">
                    <a:tint val="75000"/>
                  </a:schemeClr>
                </a:solidFill>
              </a:defRPr>
            </a:lvl2pPr>
            <a:lvl3pPr marL="3024012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3pPr>
            <a:lvl4pPr marL="4536018" indent="0">
              <a:buNone/>
              <a:defRPr sz="4630">
                <a:solidFill>
                  <a:schemeClr val="tx1">
                    <a:tint val="75000"/>
                  </a:schemeClr>
                </a:solidFill>
              </a:defRPr>
            </a:lvl4pPr>
            <a:lvl5pPr marL="6048024" indent="0">
              <a:buNone/>
              <a:defRPr sz="4630">
                <a:solidFill>
                  <a:schemeClr val="tx1">
                    <a:tint val="75000"/>
                  </a:schemeClr>
                </a:solidFill>
              </a:defRPr>
            </a:lvl5pPr>
            <a:lvl6pPr marL="7560031" indent="0">
              <a:buNone/>
              <a:defRPr sz="4630">
                <a:solidFill>
                  <a:schemeClr val="tx1">
                    <a:tint val="75000"/>
                  </a:schemeClr>
                </a:solidFill>
              </a:defRPr>
            </a:lvl6pPr>
            <a:lvl7pPr marL="9072037" indent="0">
              <a:buNone/>
              <a:defRPr sz="4630">
                <a:solidFill>
                  <a:schemeClr val="tx1">
                    <a:tint val="75000"/>
                  </a:schemeClr>
                </a:solidFill>
              </a:defRPr>
            </a:lvl7pPr>
            <a:lvl8pPr marL="10584043" indent="0">
              <a:buNone/>
              <a:defRPr sz="4630">
                <a:solidFill>
                  <a:schemeClr val="tx1">
                    <a:tint val="75000"/>
                  </a:schemeClr>
                </a:solidFill>
              </a:defRPr>
            </a:lvl8pPr>
            <a:lvl9pPr marL="12096049" indent="0">
              <a:buNone/>
              <a:defRPr sz="463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144F-240A-4B18-8C4F-0B02C4F4636F}" type="datetimeFigureOut">
              <a:rPr lang="en-GB" smtClean="0"/>
              <a:t>12/06/2025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B3171-D1CC-4723-AD81-B33BC0CB8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5384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4019" y="27847943"/>
            <a:ext cx="21677719" cy="9439981"/>
          </a:xfrm>
        </p:spPr>
        <p:txBody>
          <a:bodyPr>
            <a:normAutofit/>
          </a:bodyPr>
          <a:lstStyle>
            <a:lvl1pPr>
              <a:defRPr sz="105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1764019" y="3303996"/>
            <a:ext cx="13063007" cy="23337732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15418982" y="3303993"/>
            <a:ext cx="13057289" cy="23285286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144F-240A-4B18-8C4F-0B02C4F4636F}" type="datetimeFigureOut">
              <a:rPr lang="en-GB" smtClean="0"/>
              <a:t>12/06/2025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B3171-D1CC-4723-AD81-B33BC0CB8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9304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4019" y="27847943"/>
            <a:ext cx="21677719" cy="9439981"/>
          </a:xfrm>
        </p:spPr>
        <p:txBody>
          <a:bodyPr>
            <a:normAutofit/>
          </a:bodyPr>
          <a:lstStyle>
            <a:lvl1pPr>
              <a:defRPr sz="105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20027" y="3303993"/>
            <a:ext cx="12292115" cy="3775992"/>
          </a:xfrm>
        </p:spPr>
        <p:txBody>
          <a:bodyPr anchor="b">
            <a:noAutofit/>
          </a:bodyPr>
          <a:lstStyle>
            <a:lvl1pPr marL="0" indent="0">
              <a:buNone/>
              <a:defRPr sz="7937" b="0" cap="all">
                <a:solidFill>
                  <a:schemeClr val="tx1"/>
                </a:solidFill>
              </a:defRPr>
            </a:lvl1pPr>
            <a:lvl2pPr marL="1512006" indent="0">
              <a:buNone/>
              <a:defRPr sz="6614" b="1"/>
            </a:lvl2pPr>
            <a:lvl3pPr marL="3024012" indent="0">
              <a:buNone/>
              <a:defRPr sz="5953" b="1"/>
            </a:lvl3pPr>
            <a:lvl4pPr marL="4536018" indent="0">
              <a:buNone/>
              <a:defRPr sz="5291" b="1"/>
            </a:lvl4pPr>
            <a:lvl5pPr marL="6048024" indent="0">
              <a:buNone/>
              <a:defRPr sz="5291" b="1"/>
            </a:lvl5pPr>
            <a:lvl6pPr marL="7560031" indent="0">
              <a:buNone/>
              <a:defRPr sz="5291" b="1"/>
            </a:lvl6pPr>
            <a:lvl7pPr marL="9072037" indent="0">
              <a:buNone/>
              <a:defRPr sz="5291" b="1"/>
            </a:lvl7pPr>
            <a:lvl8pPr marL="10584043" indent="0">
              <a:buNone/>
              <a:defRPr sz="5291" b="1"/>
            </a:lvl8pPr>
            <a:lvl9pPr marL="12096049" indent="0">
              <a:buNone/>
              <a:defRPr sz="529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64015" y="7079988"/>
            <a:ext cx="13048125" cy="1956174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056113" y="3510496"/>
            <a:ext cx="12448161" cy="3569490"/>
          </a:xfrm>
        </p:spPr>
        <p:txBody>
          <a:bodyPr anchor="b">
            <a:noAutofit/>
          </a:bodyPr>
          <a:lstStyle>
            <a:lvl1pPr marL="0" indent="0">
              <a:buNone/>
              <a:defRPr sz="7937" b="0" cap="all">
                <a:solidFill>
                  <a:schemeClr val="tx1"/>
                </a:solidFill>
              </a:defRPr>
            </a:lvl1pPr>
            <a:lvl2pPr marL="1512006" indent="0">
              <a:buNone/>
              <a:defRPr sz="6614" b="1"/>
            </a:lvl2pPr>
            <a:lvl3pPr marL="3024012" indent="0">
              <a:buNone/>
              <a:defRPr sz="5953" b="1"/>
            </a:lvl3pPr>
            <a:lvl4pPr marL="4536018" indent="0">
              <a:buNone/>
              <a:defRPr sz="5291" b="1"/>
            </a:lvl4pPr>
            <a:lvl5pPr marL="6048024" indent="0">
              <a:buNone/>
              <a:defRPr sz="5291" b="1"/>
            </a:lvl5pPr>
            <a:lvl6pPr marL="7560031" indent="0">
              <a:buNone/>
              <a:defRPr sz="5291" b="1"/>
            </a:lvl6pPr>
            <a:lvl7pPr marL="9072037" indent="0">
              <a:buNone/>
              <a:defRPr sz="5291" b="1"/>
            </a:lvl7pPr>
            <a:lvl8pPr marL="10584043" indent="0">
              <a:buNone/>
              <a:defRPr sz="5291" b="1"/>
            </a:lvl8pPr>
            <a:lvl9pPr marL="12096049" indent="0">
              <a:buNone/>
              <a:defRPr sz="529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418983" y="7079986"/>
            <a:ext cx="13085291" cy="1950929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144F-240A-4B18-8C4F-0B02C4F4636F}" type="datetimeFigureOut">
              <a:rPr lang="en-GB" smtClean="0"/>
              <a:t>12/06/2025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B3171-D1CC-4723-AD81-B33BC0CB8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3543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4019" y="27847943"/>
            <a:ext cx="21677719" cy="9439981"/>
          </a:xfrm>
        </p:spPr>
        <p:txBody>
          <a:bodyPr>
            <a:normAutofit/>
          </a:bodyPr>
          <a:lstStyle>
            <a:lvl1pPr>
              <a:defRPr sz="105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144F-240A-4B18-8C4F-0B02C4F4636F}" type="datetimeFigureOut">
              <a:rPr lang="en-GB" smtClean="0"/>
              <a:t>12/06/2025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B3171-D1CC-4723-AD81-B33BC0CB8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3322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144F-240A-4B18-8C4F-0B02C4F4636F}" type="datetimeFigureOut">
              <a:rPr lang="en-GB" smtClean="0"/>
              <a:t>12/06/2025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B3171-D1CC-4723-AD81-B33BC0CB8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378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0172" y="3303993"/>
            <a:ext cx="10584101" cy="9439981"/>
          </a:xfrm>
        </p:spPr>
        <p:txBody>
          <a:bodyPr anchor="b">
            <a:normAutofit/>
          </a:bodyPr>
          <a:lstStyle>
            <a:lvl1pPr algn="l">
              <a:defRPr sz="6614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4015" y="3303993"/>
            <a:ext cx="14679487" cy="3398393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0172" y="13687988"/>
            <a:ext cx="10584101" cy="12953753"/>
          </a:xfrm>
        </p:spPr>
        <p:txBody>
          <a:bodyPr anchor="t">
            <a:normAutofit/>
          </a:bodyPr>
          <a:lstStyle>
            <a:lvl1pPr marL="0" indent="0">
              <a:buNone/>
              <a:defRPr sz="5291"/>
            </a:lvl1pPr>
            <a:lvl2pPr marL="1512006" indent="0">
              <a:buNone/>
              <a:defRPr sz="3969"/>
            </a:lvl2pPr>
            <a:lvl3pPr marL="3024012" indent="0">
              <a:buNone/>
              <a:defRPr sz="3307"/>
            </a:lvl3pPr>
            <a:lvl4pPr marL="4536018" indent="0">
              <a:buNone/>
              <a:defRPr sz="2976"/>
            </a:lvl4pPr>
            <a:lvl5pPr marL="6048024" indent="0">
              <a:buNone/>
              <a:defRPr sz="2976"/>
            </a:lvl5pPr>
            <a:lvl6pPr marL="7560031" indent="0">
              <a:buNone/>
              <a:defRPr sz="2976"/>
            </a:lvl6pPr>
            <a:lvl7pPr marL="9072037" indent="0">
              <a:buNone/>
              <a:defRPr sz="2976"/>
            </a:lvl7pPr>
            <a:lvl8pPr marL="10584043" indent="0">
              <a:buNone/>
              <a:defRPr sz="2976"/>
            </a:lvl8pPr>
            <a:lvl9pPr marL="12096049" indent="0">
              <a:buNone/>
              <a:defRPr sz="29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144F-240A-4B18-8C4F-0B02C4F4636F}" type="datetimeFigureOut">
              <a:rPr lang="en-GB" smtClean="0"/>
              <a:t>12/06/2025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B3171-D1CC-4723-AD81-B33BC0CB8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2606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68142" y="8967981"/>
            <a:ext cx="11784115" cy="7079986"/>
          </a:xfrm>
        </p:spPr>
        <p:txBody>
          <a:bodyPr anchor="b">
            <a:normAutofit/>
          </a:bodyPr>
          <a:lstStyle>
            <a:lvl1pPr algn="l">
              <a:defRPr sz="7937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2520024" y="5663988"/>
            <a:ext cx="10850569" cy="29735939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5291"/>
            </a:lvl1pPr>
            <a:lvl2pPr marL="1512006" indent="0">
              <a:buNone/>
              <a:defRPr sz="5291"/>
            </a:lvl2pPr>
            <a:lvl3pPr marL="3024012" indent="0">
              <a:buNone/>
              <a:defRPr sz="5291"/>
            </a:lvl3pPr>
            <a:lvl4pPr marL="4536018" indent="0">
              <a:buNone/>
              <a:defRPr sz="5291"/>
            </a:lvl4pPr>
            <a:lvl5pPr marL="6048024" indent="0">
              <a:buNone/>
              <a:defRPr sz="5291"/>
            </a:lvl5pPr>
            <a:lvl6pPr marL="7560031" indent="0">
              <a:buNone/>
              <a:defRPr sz="5291"/>
            </a:lvl6pPr>
            <a:lvl7pPr marL="9072037" indent="0">
              <a:buNone/>
              <a:defRPr sz="5291"/>
            </a:lvl7pPr>
            <a:lvl8pPr marL="10584043" indent="0">
              <a:buNone/>
              <a:defRPr sz="5291"/>
            </a:lvl8pPr>
            <a:lvl9pPr marL="12096049" indent="0">
              <a:buNone/>
              <a:defRPr sz="529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68894" y="16991965"/>
            <a:ext cx="11787306" cy="12901307"/>
          </a:xfrm>
        </p:spPr>
        <p:txBody>
          <a:bodyPr anchor="t">
            <a:normAutofit/>
          </a:bodyPr>
          <a:lstStyle>
            <a:lvl1pPr marL="0" indent="0">
              <a:buNone/>
              <a:defRPr sz="5953"/>
            </a:lvl1pPr>
            <a:lvl2pPr marL="1512006" indent="0">
              <a:buNone/>
              <a:defRPr sz="3969"/>
            </a:lvl2pPr>
            <a:lvl3pPr marL="3024012" indent="0">
              <a:buNone/>
              <a:defRPr sz="3307"/>
            </a:lvl3pPr>
            <a:lvl4pPr marL="4536018" indent="0">
              <a:buNone/>
              <a:defRPr sz="2976"/>
            </a:lvl4pPr>
            <a:lvl5pPr marL="6048024" indent="0">
              <a:buNone/>
              <a:defRPr sz="2976"/>
            </a:lvl5pPr>
            <a:lvl6pPr marL="7560031" indent="0">
              <a:buNone/>
              <a:defRPr sz="2976"/>
            </a:lvl6pPr>
            <a:lvl7pPr marL="9072037" indent="0">
              <a:buNone/>
              <a:defRPr sz="2976"/>
            </a:lvl7pPr>
            <a:lvl8pPr marL="10584043" indent="0">
              <a:buNone/>
              <a:defRPr sz="2976"/>
            </a:lvl8pPr>
            <a:lvl9pPr marL="12096049" indent="0">
              <a:buNone/>
              <a:defRPr sz="29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144F-240A-4B18-8C4F-0B02C4F4636F}" type="datetimeFigureOut">
              <a:rPr lang="en-GB" smtClean="0"/>
              <a:t>12/06/2025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64017" y="38231925"/>
            <a:ext cx="19220058" cy="2261662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B3171-D1CC-4723-AD81-B33BC0CB8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5575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4019" y="27847943"/>
            <a:ext cx="21677719" cy="94399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1764017" y="3303993"/>
            <a:ext cx="26712254" cy="1935196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5291"/>
            </a:lvl1pPr>
            <a:lvl2pPr marL="1512006" indent="0">
              <a:buNone/>
              <a:defRPr sz="5291"/>
            </a:lvl2pPr>
            <a:lvl3pPr marL="3024012" indent="0">
              <a:buNone/>
              <a:defRPr sz="5291"/>
            </a:lvl3pPr>
            <a:lvl4pPr marL="4536018" indent="0">
              <a:buNone/>
              <a:defRPr sz="5291"/>
            </a:lvl4pPr>
            <a:lvl5pPr marL="6048024" indent="0">
              <a:buNone/>
              <a:defRPr sz="5291"/>
            </a:lvl5pPr>
            <a:lvl6pPr marL="7560031" indent="0">
              <a:buNone/>
              <a:defRPr sz="5291"/>
            </a:lvl6pPr>
            <a:lvl7pPr marL="9072037" indent="0">
              <a:buNone/>
              <a:defRPr sz="5291"/>
            </a:lvl7pPr>
            <a:lvl8pPr marL="10584043" indent="0">
              <a:buNone/>
              <a:defRPr sz="5291"/>
            </a:lvl8pPr>
            <a:lvl9pPr marL="12096049" indent="0">
              <a:buNone/>
              <a:defRPr sz="529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2520031" y="23809731"/>
            <a:ext cx="24080225" cy="2831994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5291"/>
            </a:lvl1pPr>
            <a:lvl2pPr marL="1512006" indent="0">
              <a:buFontTx/>
              <a:buNone/>
              <a:defRPr/>
            </a:lvl2pPr>
            <a:lvl3pPr marL="3024012" indent="0">
              <a:buFontTx/>
              <a:buNone/>
              <a:defRPr/>
            </a:lvl3pPr>
            <a:lvl4pPr marL="4536018" indent="0">
              <a:buFontTx/>
              <a:buNone/>
              <a:defRPr/>
            </a:lvl4pPr>
            <a:lvl5pPr marL="604802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144F-240A-4B18-8C4F-0B02C4F4636F}" type="datetimeFigureOut">
              <a:rPr lang="en-GB" smtClean="0"/>
              <a:t>12/06/2025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B3171-D1CC-4723-AD81-B33BC0CB8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5571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4017" y="3303993"/>
            <a:ext cx="26712254" cy="17935963"/>
          </a:xfrm>
        </p:spPr>
        <p:txBody>
          <a:bodyPr anchor="ctr">
            <a:normAutofit/>
          </a:bodyPr>
          <a:lstStyle>
            <a:lvl1pPr algn="l">
              <a:defRPr sz="926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64017" y="25487948"/>
            <a:ext cx="21111160" cy="11799976"/>
          </a:xfrm>
        </p:spPr>
        <p:txBody>
          <a:bodyPr anchor="ctr">
            <a:normAutofit/>
          </a:bodyPr>
          <a:lstStyle>
            <a:lvl1pPr marL="0" indent="0" algn="l">
              <a:buNone/>
              <a:defRPr sz="5953">
                <a:solidFill>
                  <a:schemeClr val="bg2">
                    <a:lumMod val="75000"/>
                  </a:schemeClr>
                </a:solidFill>
              </a:defRPr>
            </a:lvl1pPr>
            <a:lvl2pPr marL="1512006" indent="0">
              <a:buNone/>
              <a:defRPr sz="5953">
                <a:solidFill>
                  <a:schemeClr val="tx1">
                    <a:tint val="75000"/>
                  </a:schemeClr>
                </a:solidFill>
              </a:defRPr>
            </a:lvl2pPr>
            <a:lvl3pPr marL="3024012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3pPr>
            <a:lvl4pPr marL="4536018" indent="0">
              <a:buNone/>
              <a:defRPr sz="4630">
                <a:solidFill>
                  <a:schemeClr val="tx1">
                    <a:tint val="75000"/>
                  </a:schemeClr>
                </a:solidFill>
              </a:defRPr>
            </a:lvl4pPr>
            <a:lvl5pPr marL="6048024" indent="0">
              <a:buNone/>
              <a:defRPr sz="4630">
                <a:solidFill>
                  <a:schemeClr val="tx1">
                    <a:tint val="75000"/>
                  </a:schemeClr>
                </a:solidFill>
              </a:defRPr>
            </a:lvl5pPr>
            <a:lvl6pPr marL="7560031" indent="0">
              <a:buNone/>
              <a:defRPr sz="4630">
                <a:solidFill>
                  <a:schemeClr val="tx1">
                    <a:tint val="75000"/>
                  </a:schemeClr>
                </a:solidFill>
              </a:defRPr>
            </a:lvl6pPr>
            <a:lvl7pPr marL="9072037" indent="0">
              <a:buNone/>
              <a:defRPr sz="4630">
                <a:solidFill>
                  <a:schemeClr val="tx1">
                    <a:tint val="75000"/>
                  </a:schemeClr>
                </a:solidFill>
              </a:defRPr>
            </a:lvl7pPr>
            <a:lvl8pPr marL="10584043" indent="0">
              <a:buNone/>
              <a:defRPr sz="4630">
                <a:solidFill>
                  <a:schemeClr val="tx1">
                    <a:tint val="75000"/>
                  </a:schemeClr>
                </a:solidFill>
              </a:defRPr>
            </a:lvl8pPr>
            <a:lvl9pPr marL="12096049" indent="0">
              <a:buNone/>
              <a:defRPr sz="463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144F-240A-4B18-8C4F-0B02C4F4636F}" type="datetimeFigureOut">
              <a:rPr lang="en-GB" smtClean="0"/>
              <a:t>12/06/2025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B3171-D1CC-4723-AD81-B33BC0CB8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83078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1831" y="3303993"/>
            <a:ext cx="22686126" cy="17935963"/>
          </a:xfrm>
        </p:spPr>
        <p:txBody>
          <a:bodyPr anchor="ctr">
            <a:normAutofit/>
          </a:bodyPr>
          <a:lstStyle>
            <a:lvl1pPr algn="l">
              <a:defRPr sz="926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528035" y="21239957"/>
            <a:ext cx="21173715" cy="2989327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1512006" indent="0">
              <a:buFontTx/>
              <a:buNone/>
              <a:defRPr/>
            </a:lvl2pPr>
            <a:lvl3pPr marL="3024012" indent="0">
              <a:buFontTx/>
              <a:buNone/>
              <a:defRPr/>
            </a:lvl3pPr>
            <a:lvl4pPr marL="4536018" indent="0">
              <a:buFontTx/>
              <a:buNone/>
              <a:defRPr/>
            </a:lvl4pPr>
            <a:lvl5pPr marL="604802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64018" y="26641744"/>
            <a:ext cx="21107222" cy="10646180"/>
          </a:xfrm>
        </p:spPr>
        <p:txBody>
          <a:bodyPr anchor="ctr">
            <a:normAutofit/>
          </a:bodyPr>
          <a:lstStyle>
            <a:lvl1pPr marL="0" indent="0" algn="l">
              <a:buNone/>
              <a:defRPr sz="6614">
                <a:solidFill>
                  <a:schemeClr val="bg2">
                    <a:lumMod val="75000"/>
                  </a:schemeClr>
                </a:solidFill>
              </a:defRPr>
            </a:lvl1pPr>
            <a:lvl2pPr marL="1512006" indent="0">
              <a:buNone/>
              <a:defRPr sz="5953">
                <a:solidFill>
                  <a:schemeClr val="tx1">
                    <a:tint val="75000"/>
                  </a:schemeClr>
                </a:solidFill>
              </a:defRPr>
            </a:lvl2pPr>
            <a:lvl3pPr marL="3024012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3pPr>
            <a:lvl4pPr marL="4536018" indent="0">
              <a:buNone/>
              <a:defRPr sz="4630">
                <a:solidFill>
                  <a:schemeClr val="tx1">
                    <a:tint val="75000"/>
                  </a:schemeClr>
                </a:solidFill>
              </a:defRPr>
            </a:lvl4pPr>
            <a:lvl5pPr marL="6048024" indent="0">
              <a:buNone/>
              <a:defRPr sz="4630">
                <a:solidFill>
                  <a:schemeClr val="tx1">
                    <a:tint val="75000"/>
                  </a:schemeClr>
                </a:solidFill>
              </a:defRPr>
            </a:lvl5pPr>
            <a:lvl6pPr marL="7560031" indent="0">
              <a:buNone/>
              <a:defRPr sz="4630">
                <a:solidFill>
                  <a:schemeClr val="tx1">
                    <a:tint val="75000"/>
                  </a:schemeClr>
                </a:solidFill>
              </a:defRPr>
            </a:lvl6pPr>
            <a:lvl7pPr marL="9072037" indent="0">
              <a:buNone/>
              <a:defRPr sz="4630">
                <a:solidFill>
                  <a:schemeClr val="tx1">
                    <a:tint val="75000"/>
                  </a:schemeClr>
                </a:solidFill>
              </a:defRPr>
            </a:lvl7pPr>
            <a:lvl8pPr marL="10584043" indent="0">
              <a:buNone/>
              <a:defRPr sz="4630">
                <a:solidFill>
                  <a:schemeClr val="tx1">
                    <a:tint val="75000"/>
                  </a:schemeClr>
                </a:solidFill>
              </a:defRPr>
            </a:lvl8pPr>
            <a:lvl9pPr marL="12096049" indent="0">
              <a:buNone/>
              <a:defRPr sz="463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144F-240A-4B18-8C4F-0B02C4F4636F}" type="datetimeFigureOut">
              <a:rPr lang="en-GB" smtClean="0"/>
              <a:t>12/06/2025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B3171-D1CC-4723-AD81-B33BC0CB8D4C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756009" y="4401757"/>
            <a:ext cx="1512408" cy="3622227"/>
          </a:xfrm>
          <a:prstGeom prst="rect">
            <a:avLst/>
          </a:prstGeom>
        </p:spPr>
        <p:txBody>
          <a:bodyPr vert="horz" lIns="302403" tIns="151201" rIns="302403" bIns="151201" rtlCol="0" anchor="ctr">
            <a:noAutofit/>
          </a:bodyPr>
          <a:lstStyle/>
          <a:p>
            <a:pPr lvl="0"/>
            <a:r>
              <a:rPr lang="en-US" sz="26457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52244" y="17149304"/>
            <a:ext cx="1512408" cy="3622227"/>
          </a:xfrm>
          <a:prstGeom prst="rect">
            <a:avLst/>
          </a:prstGeom>
        </p:spPr>
        <p:txBody>
          <a:bodyPr vert="horz" lIns="302403" tIns="151201" rIns="302403" bIns="151201" rtlCol="0" anchor="ctr">
            <a:noAutofit/>
          </a:bodyPr>
          <a:lstStyle/>
          <a:p>
            <a:pPr lvl="0" algn="r"/>
            <a:r>
              <a:rPr lang="en-US" sz="26457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694799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4018" y="21239957"/>
            <a:ext cx="21107222" cy="10514057"/>
          </a:xfrm>
        </p:spPr>
        <p:txBody>
          <a:bodyPr anchor="b">
            <a:normAutofit/>
          </a:bodyPr>
          <a:lstStyle>
            <a:lvl1pPr algn="l">
              <a:defRPr sz="926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64017" y="31794775"/>
            <a:ext cx="21111160" cy="5493146"/>
          </a:xfrm>
        </p:spPr>
        <p:txBody>
          <a:bodyPr anchor="t">
            <a:normAutofit/>
          </a:bodyPr>
          <a:lstStyle>
            <a:lvl1pPr marL="0" indent="0" algn="l">
              <a:buNone/>
              <a:defRPr sz="5953">
                <a:solidFill>
                  <a:schemeClr val="bg2">
                    <a:lumMod val="75000"/>
                  </a:schemeClr>
                </a:solidFill>
              </a:defRPr>
            </a:lvl1pPr>
            <a:lvl2pPr marL="1512006" indent="0">
              <a:buNone/>
              <a:defRPr sz="5953">
                <a:solidFill>
                  <a:schemeClr val="tx1">
                    <a:tint val="75000"/>
                  </a:schemeClr>
                </a:solidFill>
              </a:defRPr>
            </a:lvl2pPr>
            <a:lvl3pPr marL="3024012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3pPr>
            <a:lvl4pPr marL="4536018" indent="0">
              <a:buNone/>
              <a:defRPr sz="4630">
                <a:solidFill>
                  <a:schemeClr val="tx1">
                    <a:tint val="75000"/>
                  </a:schemeClr>
                </a:solidFill>
              </a:defRPr>
            </a:lvl4pPr>
            <a:lvl5pPr marL="6048024" indent="0">
              <a:buNone/>
              <a:defRPr sz="4630">
                <a:solidFill>
                  <a:schemeClr val="tx1">
                    <a:tint val="75000"/>
                  </a:schemeClr>
                </a:solidFill>
              </a:defRPr>
            </a:lvl5pPr>
            <a:lvl6pPr marL="7560031" indent="0">
              <a:buNone/>
              <a:defRPr sz="4630">
                <a:solidFill>
                  <a:schemeClr val="tx1">
                    <a:tint val="75000"/>
                  </a:schemeClr>
                </a:solidFill>
              </a:defRPr>
            </a:lvl6pPr>
            <a:lvl7pPr marL="9072037" indent="0">
              <a:buNone/>
              <a:defRPr sz="4630">
                <a:solidFill>
                  <a:schemeClr val="tx1">
                    <a:tint val="75000"/>
                  </a:schemeClr>
                </a:solidFill>
              </a:defRPr>
            </a:lvl7pPr>
            <a:lvl8pPr marL="10584043" indent="0">
              <a:buNone/>
              <a:defRPr sz="4630">
                <a:solidFill>
                  <a:schemeClr val="tx1">
                    <a:tint val="75000"/>
                  </a:schemeClr>
                </a:solidFill>
              </a:defRPr>
            </a:lvl8pPr>
            <a:lvl9pPr marL="12096049" indent="0">
              <a:buNone/>
              <a:defRPr sz="463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144F-240A-4B18-8C4F-0B02C4F4636F}" type="datetimeFigureOut">
              <a:rPr lang="en-GB" smtClean="0"/>
              <a:t>12/06/2025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B3171-D1CC-4723-AD81-B33BC0CB8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66396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1832" y="3303993"/>
            <a:ext cx="22686123" cy="17935963"/>
          </a:xfrm>
        </p:spPr>
        <p:txBody>
          <a:bodyPr anchor="ctr">
            <a:normAutofit/>
          </a:bodyPr>
          <a:lstStyle>
            <a:lvl1pPr algn="l">
              <a:defRPr sz="926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764018" y="24071951"/>
            <a:ext cx="21107222" cy="650309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6614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64017" y="30679937"/>
            <a:ext cx="21107218" cy="6607986"/>
          </a:xfrm>
        </p:spPr>
        <p:txBody>
          <a:bodyPr anchor="t">
            <a:normAutofit/>
          </a:bodyPr>
          <a:lstStyle>
            <a:lvl1pPr marL="0" indent="0" algn="l">
              <a:buNone/>
              <a:defRPr sz="5953">
                <a:solidFill>
                  <a:schemeClr val="bg2">
                    <a:lumMod val="75000"/>
                  </a:schemeClr>
                </a:solidFill>
              </a:defRPr>
            </a:lvl1pPr>
            <a:lvl2pPr marL="1512006" indent="0">
              <a:buNone/>
              <a:defRPr sz="5953">
                <a:solidFill>
                  <a:schemeClr val="tx1">
                    <a:tint val="75000"/>
                  </a:schemeClr>
                </a:solidFill>
              </a:defRPr>
            </a:lvl2pPr>
            <a:lvl3pPr marL="3024012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3pPr>
            <a:lvl4pPr marL="4536018" indent="0">
              <a:buNone/>
              <a:defRPr sz="4630">
                <a:solidFill>
                  <a:schemeClr val="tx1">
                    <a:tint val="75000"/>
                  </a:schemeClr>
                </a:solidFill>
              </a:defRPr>
            </a:lvl4pPr>
            <a:lvl5pPr marL="6048024" indent="0">
              <a:buNone/>
              <a:defRPr sz="4630">
                <a:solidFill>
                  <a:schemeClr val="tx1">
                    <a:tint val="75000"/>
                  </a:schemeClr>
                </a:solidFill>
              </a:defRPr>
            </a:lvl5pPr>
            <a:lvl6pPr marL="7560031" indent="0">
              <a:buNone/>
              <a:defRPr sz="4630">
                <a:solidFill>
                  <a:schemeClr val="tx1">
                    <a:tint val="75000"/>
                  </a:schemeClr>
                </a:solidFill>
              </a:defRPr>
            </a:lvl6pPr>
            <a:lvl7pPr marL="9072037" indent="0">
              <a:buNone/>
              <a:defRPr sz="4630">
                <a:solidFill>
                  <a:schemeClr val="tx1">
                    <a:tint val="75000"/>
                  </a:schemeClr>
                </a:solidFill>
              </a:defRPr>
            </a:lvl7pPr>
            <a:lvl8pPr marL="10584043" indent="0">
              <a:buNone/>
              <a:defRPr sz="4630">
                <a:solidFill>
                  <a:schemeClr val="tx1">
                    <a:tint val="75000"/>
                  </a:schemeClr>
                </a:solidFill>
              </a:defRPr>
            </a:lvl8pPr>
            <a:lvl9pPr marL="12096049" indent="0">
              <a:buNone/>
              <a:defRPr sz="463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144F-240A-4B18-8C4F-0B02C4F4636F}" type="datetimeFigureOut">
              <a:rPr lang="en-GB" smtClean="0"/>
              <a:t>12/06/2025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B3171-D1CC-4723-AD81-B33BC0CB8D4C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756009" y="4401757"/>
            <a:ext cx="1512408" cy="3622227"/>
          </a:xfrm>
          <a:prstGeom prst="rect">
            <a:avLst/>
          </a:prstGeom>
        </p:spPr>
        <p:txBody>
          <a:bodyPr vert="horz" lIns="302403" tIns="151201" rIns="302403" bIns="151201" rtlCol="0" anchor="ctr">
            <a:noAutofit/>
          </a:bodyPr>
          <a:lstStyle/>
          <a:p>
            <a:pPr lvl="0"/>
            <a:r>
              <a:rPr lang="en-US" sz="26457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52244" y="17149304"/>
            <a:ext cx="1512408" cy="3622227"/>
          </a:xfrm>
          <a:prstGeom prst="rect">
            <a:avLst/>
          </a:prstGeom>
        </p:spPr>
        <p:txBody>
          <a:bodyPr vert="horz" lIns="302403" tIns="151201" rIns="302403" bIns="151201" rtlCol="0" anchor="ctr">
            <a:noAutofit/>
          </a:bodyPr>
          <a:lstStyle/>
          <a:p>
            <a:pPr lvl="0" algn="r"/>
            <a:r>
              <a:rPr lang="en-US" sz="26457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95928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4017" y="3303993"/>
            <a:ext cx="24888240" cy="179359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926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764018" y="24334177"/>
            <a:ext cx="21107222" cy="519198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6614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64017" y="29526175"/>
            <a:ext cx="21107218" cy="7761752"/>
          </a:xfrm>
        </p:spPr>
        <p:txBody>
          <a:bodyPr anchor="t">
            <a:normAutofit/>
          </a:bodyPr>
          <a:lstStyle>
            <a:lvl1pPr marL="0" indent="0" algn="l">
              <a:buNone/>
              <a:defRPr sz="5953">
                <a:solidFill>
                  <a:schemeClr val="bg2">
                    <a:lumMod val="75000"/>
                  </a:schemeClr>
                </a:solidFill>
              </a:defRPr>
            </a:lvl1pPr>
            <a:lvl2pPr marL="1512006" indent="0">
              <a:buNone/>
              <a:defRPr sz="5953">
                <a:solidFill>
                  <a:schemeClr val="tx1">
                    <a:tint val="75000"/>
                  </a:schemeClr>
                </a:solidFill>
              </a:defRPr>
            </a:lvl2pPr>
            <a:lvl3pPr marL="3024012" indent="0">
              <a:buNone/>
              <a:defRPr sz="5291">
                <a:solidFill>
                  <a:schemeClr val="tx1">
                    <a:tint val="75000"/>
                  </a:schemeClr>
                </a:solidFill>
              </a:defRPr>
            </a:lvl3pPr>
            <a:lvl4pPr marL="4536018" indent="0">
              <a:buNone/>
              <a:defRPr sz="4630">
                <a:solidFill>
                  <a:schemeClr val="tx1">
                    <a:tint val="75000"/>
                  </a:schemeClr>
                </a:solidFill>
              </a:defRPr>
            </a:lvl4pPr>
            <a:lvl5pPr marL="6048024" indent="0">
              <a:buNone/>
              <a:defRPr sz="4630">
                <a:solidFill>
                  <a:schemeClr val="tx1">
                    <a:tint val="75000"/>
                  </a:schemeClr>
                </a:solidFill>
              </a:defRPr>
            </a:lvl5pPr>
            <a:lvl6pPr marL="7560031" indent="0">
              <a:buNone/>
              <a:defRPr sz="4630">
                <a:solidFill>
                  <a:schemeClr val="tx1">
                    <a:tint val="75000"/>
                  </a:schemeClr>
                </a:solidFill>
              </a:defRPr>
            </a:lvl6pPr>
            <a:lvl7pPr marL="9072037" indent="0">
              <a:buNone/>
              <a:defRPr sz="4630">
                <a:solidFill>
                  <a:schemeClr val="tx1">
                    <a:tint val="75000"/>
                  </a:schemeClr>
                </a:solidFill>
              </a:defRPr>
            </a:lvl7pPr>
            <a:lvl8pPr marL="10584043" indent="0">
              <a:buNone/>
              <a:defRPr sz="4630">
                <a:solidFill>
                  <a:schemeClr val="tx1">
                    <a:tint val="75000"/>
                  </a:schemeClr>
                </a:solidFill>
              </a:defRPr>
            </a:lvl8pPr>
            <a:lvl9pPr marL="12096049" indent="0">
              <a:buNone/>
              <a:defRPr sz="463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144F-240A-4B18-8C4F-0B02C4F4636F}" type="datetimeFigureOut">
              <a:rPr lang="en-GB" smtClean="0"/>
              <a:t>12/06/2025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B3171-D1CC-4723-AD81-B33BC0CB8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64918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4019" y="27847943"/>
            <a:ext cx="21677719" cy="9439981"/>
          </a:xfrm>
        </p:spPr>
        <p:txBody>
          <a:bodyPr>
            <a:normAutofit/>
          </a:bodyPr>
          <a:lstStyle>
            <a:lvl1pPr algn="l">
              <a:defRPr sz="92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64019" y="3303999"/>
            <a:ext cx="21677719" cy="2333775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144F-240A-4B18-8C4F-0B02C4F4636F}" type="datetimeFigureOut">
              <a:rPr lang="en-GB" smtClean="0"/>
              <a:t>12/06/2025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B3171-D1CC-4723-AD81-B33BC0CB8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85156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715880" y="3303993"/>
            <a:ext cx="6760391" cy="27375944"/>
          </a:xfrm>
        </p:spPr>
        <p:txBody>
          <a:bodyPr vert="eaVert">
            <a:normAutofit/>
          </a:bodyPr>
          <a:lstStyle>
            <a:lvl1pPr>
              <a:defRPr sz="92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64017" y="3303993"/>
            <a:ext cx="19346681" cy="3398393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4144F-240A-4B18-8C4F-0B02C4F4636F}" type="datetimeFigureOut">
              <a:rPr lang="en-GB" smtClean="0"/>
              <a:t>12/06/2025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9B3171-D1CC-4723-AD81-B33BC0CB8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7304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22060710" y="24124400"/>
            <a:ext cx="8170090" cy="16467520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64019" y="27847943"/>
            <a:ext cx="21677719" cy="943998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64019" y="3303999"/>
            <a:ext cx="21677719" cy="23337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572699" y="38231943"/>
            <a:ext cx="3970073" cy="22616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3307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BB4144F-240A-4B18-8C4F-0B02C4F4636F}" type="datetimeFigureOut">
              <a:rPr lang="en-GB" smtClean="0"/>
              <a:t>12/06/2025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64017" y="38231925"/>
            <a:ext cx="19220058" cy="2261662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3307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710947" y="34554284"/>
            <a:ext cx="2833893" cy="414965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26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4E9B3171-D1CC-4723-AD81-B33BC0CB8D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77266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  <p:sldLayoutId id="2147483772" r:id="rId17"/>
  </p:sldLayoutIdLst>
  <p:txStyles>
    <p:titleStyle>
      <a:lvl1pPr algn="l" defTabSz="1512006" rtl="0" eaLnBrk="1" latinLnBrk="0" hangingPunct="1">
        <a:spcBef>
          <a:spcPct val="0"/>
        </a:spcBef>
        <a:buNone/>
        <a:defRPr sz="10583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945004" indent="-945004" algn="l" defTabSz="1512006" rtl="0" eaLnBrk="1" latinLnBrk="0" hangingPunct="1">
        <a:spcBef>
          <a:spcPct val="20000"/>
        </a:spcBef>
        <a:spcAft>
          <a:spcPts val="1984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6614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2457010" indent="-945004" algn="l" defTabSz="1512006" rtl="0" eaLnBrk="1" latinLnBrk="0" hangingPunct="1">
        <a:spcBef>
          <a:spcPct val="20000"/>
        </a:spcBef>
        <a:spcAft>
          <a:spcPts val="1984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5953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3969016" indent="-945004" algn="l" defTabSz="1512006" rtl="0" eaLnBrk="1" latinLnBrk="0" hangingPunct="1">
        <a:spcBef>
          <a:spcPct val="20000"/>
        </a:spcBef>
        <a:spcAft>
          <a:spcPts val="1984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5291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5103021" indent="-567002" algn="l" defTabSz="1512006" rtl="0" eaLnBrk="1" latinLnBrk="0" hangingPunct="1">
        <a:spcBef>
          <a:spcPct val="20000"/>
        </a:spcBef>
        <a:spcAft>
          <a:spcPts val="1984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463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6615027" indent="-567002" algn="l" defTabSz="1512006" rtl="0" eaLnBrk="1" latinLnBrk="0" hangingPunct="1">
        <a:spcBef>
          <a:spcPct val="20000"/>
        </a:spcBef>
        <a:spcAft>
          <a:spcPts val="1984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463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8316034" indent="-756003" algn="l" defTabSz="1512006" rtl="0" eaLnBrk="1" latinLnBrk="0" hangingPunct="1">
        <a:spcBef>
          <a:spcPct val="20000"/>
        </a:spcBef>
        <a:spcAft>
          <a:spcPts val="1984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463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9828040" indent="-756003" algn="l" defTabSz="1512006" rtl="0" eaLnBrk="1" latinLnBrk="0" hangingPunct="1">
        <a:spcBef>
          <a:spcPct val="20000"/>
        </a:spcBef>
        <a:spcAft>
          <a:spcPts val="1984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463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11340046" indent="-756003" algn="l" defTabSz="1512006" rtl="0" eaLnBrk="1" latinLnBrk="0" hangingPunct="1">
        <a:spcBef>
          <a:spcPct val="20000"/>
        </a:spcBef>
        <a:spcAft>
          <a:spcPts val="1984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463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12852052" indent="-756003" algn="l" defTabSz="1512006" rtl="0" eaLnBrk="1" latinLnBrk="0" hangingPunct="1">
        <a:spcBef>
          <a:spcPct val="20000"/>
        </a:spcBef>
        <a:spcAft>
          <a:spcPts val="1984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463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12006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1pPr>
      <a:lvl2pPr marL="1512006" algn="l" defTabSz="1512006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2pPr>
      <a:lvl3pPr marL="3024012" algn="l" defTabSz="1512006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3pPr>
      <a:lvl4pPr marL="4536018" algn="l" defTabSz="1512006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4pPr>
      <a:lvl5pPr marL="6048024" algn="l" defTabSz="1512006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5pPr>
      <a:lvl6pPr marL="7560031" algn="l" defTabSz="1512006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6pPr>
      <a:lvl7pPr marL="9072037" algn="l" defTabSz="1512006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7pPr>
      <a:lvl8pPr marL="10584043" algn="l" defTabSz="1512006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8pPr>
      <a:lvl9pPr marL="12096049" algn="l" defTabSz="1512006" rtl="0" eaLnBrk="1" latinLnBrk="0" hangingPunct="1">
        <a:defRPr sz="595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image" Target="../media/image1.jpg"/><Relationship Id="rId7" Type="http://schemas.openxmlformats.org/officeDocument/2006/relationships/image" Target="../media/image4.jp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microsoft.com/office/2007/relationships/hdphoto" Target="../media/hdphoto1.wdp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diagram of a power supply system&#10;&#10;AI-generated content may be incorrect.">
            <a:extLst>
              <a:ext uri="{FF2B5EF4-FFF2-40B4-BE49-F238E27FC236}">
                <a16:creationId xmlns:a16="http://schemas.microsoft.com/office/drawing/2014/main" id="{729A9253-A31F-7617-760F-FF4EFBF657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3101" y="15379851"/>
            <a:ext cx="16313358" cy="8989714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D61902B-2B7D-DA6C-8669-1BCC04FFD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87" b="95755" l="2532" r="97046">
                        <a14:foregroundMark x1="81857" y1="89623" x2="78059" y2="95755"/>
                        <a14:foregroundMark x1="90717" y1="68868" x2="92827" y2="77830"/>
                        <a14:foregroundMark x1="6329" y1="37264" x2="5063" y2="34906"/>
                        <a14:foregroundMark x1="2532" y1="6604" x2="2954" y2="2358"/>
                        <a14:foregroundMark x1="93249" y1="72642" x2="97046" y2="716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359831" flipH="1">
            <a:off x="9000378" y="15092479"/>
            <a:ext cx="2892455" cy="2587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" name="Rectangle 88">
            <a:extLst>
              <a:ext uri="{FF2B5EF4-FFF2-40B4-BE49-F238E27FC236}">
                <a16:creationId xmlns:a16="http://schemas.microsoft.com/office/drawing/2014/main" id="{DE79C31C-780B-7B3D-71D7-6A46BDBFE77A}"/>
              </a:ext>
            </a:extLst>
          </p:cNvPr>
          <p:cNvSpPr/>
          <p:nvPr/>
        </p:nvSpPr>
        <p:spPr>
          <a:xfrm>
            <a:off x="1102272" y="14358799"/>
            <a:ext cx="27588955" cy="10406918"/>
          </a:xfrm>
          <a:prstGeom prst="rect">
            <a:avLst/>
          </a:prstGeom>
          <a:noFill/>
          <a:ln w="38100" cap="flat" cmpd="sng" algn="ctr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2A84F1-D8DE-BC25-815D-41EDFEA05BEC}"/>
              </a:ext>
            </a:extLst>
          </p:cNvPr>
          <p:cNvSpPr/>
          <p:nvPr/>
        </p:nvSpPr>
        <p:spPr>
          <a:xfrm>
            <a:off x="1173255" y="4175675"/>
            <a:ext cx="27588956" cy="5170512"/>
          </a:xfrm>
          <a:prstGeom prst="rect">
            <a:avLst/>
          </a:prstGeom>
          <a:noFill/>
          <a:ln w="381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F3042E-D912-3604-605A-8A4CAABA69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72169" y="356688"/>
            <a:ext cx="19012963" cy="1600466"/>
          </a:xfrm>
        </p:spPr>
        <p:txBody>
          <a:bodyPr>
            <a:noAutofit/>
          </a:bodyPr>
          <a:lstStyle/>
          <a:p>
            <a:pPr algn="ctr"/>
            <a:r>
              <a:rPr lang="en-GB" sz="4200" b="1" dirty="0">
                <a:solidFill>
                  <a:schemeClr val="bg1"/>
                </a:solidFill>
              </a:rPr>
              <a:t>Disentangling Grasp-Object Representations in the Latent Space: Toward Brain-like Affordances for Machines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D1E58AE-BF89-724C-69CA-0E1F48FB63EA}"/>
              </a:ext>
            </a:extLst>
          </p:cNvPr>
          <p:cNvSpPr txBox="1">
            <a:spLocks/>
          </p:cNvSpPr>
          <p:nvPr/>
        </p:nvSpPr>
        <p:spPr>
          <a:xfrm>
            <a:off x="8866492" y="1824839"/>
            <a:ext cx="12202481" cy="2263688"/>
          </a:xfrm>
          <a:prstGeom prst="rect">
            <a:avLst/>
          </a:prstGeom>
          <a:effectLst/>
        </p:spPr>
        <p:txBody>
          <a:bodyPr vert="horz" lIns="232060" tIns="116030" rIns="232060" bIns="116030" rtlCol="0" anchor="b">
            <a:noAutofit/>
          </a:bodyPr>
          <a:lstStyle>
            <a:lvl1pPr algn="l" defTabSz="421173" rtl="0" eaLnBrk="1" latinLnBrk="0" hangingPunct="1">
              <a:spcBef>
                <a:spcPct val="0"/>
              </a:spcBef>
              <a:buNone/>
              <a:defRPr sz="4053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GB" sz="2800" b="1" cap="none" dirty="0">
                <a:solidFill>
                  <a:schemeClr val="bg1"/>
                </a:solidFill>
              </a:rPr>
              <a:t>Siavash Mortaz Hejri</a:t>
            </a:r>
            <a:r>
              <a:rPr lang="en-GB" sz="2800" cap="none" baseline="30000" dirty="0">
                <a:solidFill>
                  <a:schemeClr val="bg1"/>
                </a:solidFill>
              </a:rPr>
              <a:t>1</a:t>
            </a:r>
            <a:r>
              <a:rPr lang="en-GB" sz="2800" b="1" cap="none" dirty="0">
                <a:solidFill>
                  <a:schemeClr val="bg1"/>
                </a:solidFill>
              </a:rPr>
              <a:t>, Hamed Pourfannan</a:t>
            </a:r>
            <a:r>
              <a:rPr lang="en-GB" sz="2800" cap="none" baseline="30000" dirty="0">
                <a:solidFill>
                  <a:schemeClr val="bg1"/>
                </a:solidFill>
              </a:rPr>
              <a:t>1,2</a:t>
            </a:r>
            <a:r>
              <a:rPr lang="en-GB" sz="2800" b="1" cap="none" dirty="0">
                <a:solidFill>
                  <a:schemeClr val="bg1"/>
                </a:solidFill>
              </a:rPr>
              <a:t>, Ruidong Ma</a:t>
            </a:r>
            <a:r>
              <a:rPr lang="en-GB" sz="2800" cap="none" baseline="30000" dirty="0">
                <a:solidFill>
                  <a:schemeClr val="bg1"/>
                </a:solidFill>
              </a:rPr>
              <a:t>1</a:t>
            </a:r>
            <a:r>
              <a:rPr lang="en-GB" sz="2800" b="1" cap="none" dirty="0">
                <a:solidFill>
                  <a:schemeClr val="bg1"/>
                </a:solidFill>
              </a:rPr>
              <a:t>, Alejandro</a:t>
            </a:r>
          </a:p>
          <a:p>
            <a:pPr algn="ctr"/>
            <a:r>
              <a:rPr lang="en-GB" sz="2800" b="1" cap="none" dirty="0">
                <a:solidFill>
                  <a:schemeClr val="bg1"/>
                </a:solidFill>
              </a:rPr>
              <a:t>Jimenez Rodriguez</a:t>
            </a:r>
            <a:r>
              <a:rPr lang="en-GB" sz="2800" cap="none" baseline="30000" dirty="0">
                <a:solidFill>
                  <a:schemeClr val="bg1"/>
                </a:solidFill>
              </a:rPr>
              <a:t>1</a:t>
            </a:r>
            <a:r>
              <a:rPr lang="en-GB" sz="2800" b="1" cap="none" dirty="0">
                <a:solidFill>
                  <a:schemeClr val="bg1"/>
                </a:solidFill>
              </a:rPr>
              <a:t> and Alessandro Di Nuovo</a:t>
            </a:r>
            <a:r>
              <a:rPr lang="en-GB" sz="2800" cap="none" baseline="30000" dirty="0">
                <a:solidFill>
                  <a:schemeClr val="bg1"/>
                </a:solidFill>
              </a:rPr>
              <a:t>1,2</a:t>
            </a:r>
          </a:p>
          <a:p>
            <a:pPr algn="ctr"/>
            <a:r>
              <a:rPr lang="en-GB" sz="2792" cap="none" dirty="0">
                <a:solidFill>
                  <a:schemeClr val="bg1"/>
                </a:solidFill>
              </a:rPr>
              <a:t>1. Smart Interactive Technologies Research Lab, SHU</a:t>
            </a:r>
          </a:p>
          <a:p>
            <a:pPr algn="ctr"/>
            <a:r>
              <a:rPr lang="en-GB" sz="2792" cap="none" dirty="0">
                <a:solidFill>
                  <a:schemeClr val="bg1"/>
                </a:solidFill>
              </a:rPr>
              <a:t>2. Advanced Wellbeing Research Centre, SHU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7ED821A-DE61-0F65-6545-690B66285B19}"/>
              </a:ext>
            </a:extLst>
          </p:cNvPr>
          <p:cNvSpPr txBox="1">
            <a:spLocks/>
          </p:cNvSpPr>
          <p:nvPr/>
        </p:nvSpPr>
        <p:spPr>
          <a:xfrm>
            <a:off x="1319584" y="3556784"/>
            <a:ext cx="6651585" cy="90894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232060" tIns="116030" rIns="232060" bIns="116030" rtlCol="0" anchor="t">
            <a:normAutofit lnSpcReduction="10000"/>
          </a:bodyPr>
          <a:lstStyle>
            <a:lvl1pPr marL="0" indent="0" algn="l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42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21173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58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842345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74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263518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29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684691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29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105863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29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527036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29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2948208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29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369381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29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GB" sz="46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pic>
        <p:nvPicPr>
          <p:cNvPr id="20" name="Picture 19" descr="Text&#10;&#10;Description automatically generated">
            <a:extLst>
              <a:ext uri="{FF2B5EF4-FFF2-40B4-BE49-F238E27FC236}">
                <a16:creationId xmlns:a16="http://schemas.microsoft.com/office/drawing/2014/main" id="{168FB5A5-7FC8-0E9E-074D-3172BC4EF35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272" y="584932"/>
            <a:ext cx="4246177" cy="227807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CB0EC8F-80EA-87B1-55DE-F6520BC32B14}"/>
              </a:ext>
            </a:extLst>
          </p:cNvPr>
          <p:cNvSpPr/>
          <p:nvPr/>
        </p:nvSpPr>
        <p:spPr>
          <a:xfrm>
            <a:off x="1102272" y="9956518"/>
            <a:ext cx="27588955" cy="3791950"/>
          </a:xfrm>
          <a:prstGeom prst="rect">
            <a:avLst/>
          </a:prstGeom>
          <a:noFill/>
          <a:ln w="38100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B3510412-A24E-5E87-9637-C92267B7FB15}"/>
              </a:ext>
            </a:extLst>
          </p:cNvPr>
          <p:cNvSpPr txBox="1">
            <a:spLocks/>
          </p:cNvSpPr>
          <p:nvPr/>
        </p:nvSpPr>
        <p:spPr>
          <a:xfrm>
            <a:off x="1247621" y="9514086"/>
            <a:ext cx="9201871" cy="96748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232060" tIns="116030" rIns="232060" bIns="116030" rtlCol="0" anchor="t">
            <a:normAutofit/>
          </a:bodyPr>
          <a:lstStyle>
            <a:lvl1pPr marL="0" indent="0" algn="l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42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21173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58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842345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74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263518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29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684691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29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105863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29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527036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29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2948208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29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369381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29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GB" sz="46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QUESTIONS</a:t>
            </a:r>
          </a:p>
        </p:txBody>
      </p:sp>
      <p:sp>
        <p:nvSpPr>
          <p:cNvPr id="58" name="Subtitle 2">
            <a:extLst>
              <a:ext uri="{FF2B5EF4-FFF2-40B4-BE49-F238E27FC236}">
                <a16:creationId xmlns:a16="http://schemas.microsoft.com/office/drawing/2014/main" id="{F14641D8-4367-8CB5-F645-4C3AFC683269}"/>
              </a:ext>
            </a:extLst>
          </p:cNvPr>
          <p:cNvSpPr txBox="1">
            <a:spLocks/>
          </p:cNvSpPr>
          <p:nvPr/>
        </p:nvSpPr>
        <p:spPr>
          <a:xfrm>
            <a:off x="1406455" y="13874448"/>
            <a:ext cx="12767952" cy="9997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232060" tIns="116030" rIns="232060" bIns="116030" rtlCol="0" anchor="t">
            <a:normAutofit/>
          </a:bodyPr>
          <a:lstStyle>
            <a:lvl1pPr marL="0" indent="0" algn="l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42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21173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58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842345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74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263518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29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684691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29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105863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29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527036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29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2948208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29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369381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29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GB" sz="46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AND MODEL TRAINING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59A7E102-1555-04F3-1A79-2F48B714E0CA}"/>
              </a:ext>
            </a:extLst>
          </p:cNvPr>
          <p:cNvSpPr/>
          <p:nvPr/>
        </p:nvSpPr>
        <p:spPr>
          <a:xfrm>
            <a:off x="1057457" y="25577461"/>
            <a:ext cx="27588955" cy="13578395"/>
          </a:xfrm>
          <a:prstGeom prst="rect">
            <a:avLst/>
          </a:prstGeom>
          <a:noFill/>
          <a:ln w="38100" cap="flat" cmpd="sng" algn="ctr">
            <a:solidFill>
              <a:schemeClr val="accent6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AD3D1DD0-3708-48A5-A606-6A6A9DA59F59}"/>
              </a:ext>
            </a:extLst>
          </p:cNvPr>
          <p:cNvSpPr/>
          <p:nvPr/>
        </p:nvSpPr>
        <p:spPr>
          <a:xfrm>
            <a:off x="1057457" y="39981410"/>
            <a:ext cx="27588955" cy="1937096"/>
          </a:xfrm>
          <a:prstGeom prst="rect">
            <a:avLst/>
          </a:prstGeom>
          <a:noFill/>
          <a:ln w="38100" cap="flat" cmpd="sng" algn="ctr">
            <a:solidFill>
              <a:schemeClr val="accent4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Subtitle 2">
            <a:extLst>
              <a:ext uri="{FF2B5EF4-FFF2-40B4-BE49-F238E27FC236}">
                <a16:creationId xmlns:a16="http://schemas.microsoft.com/office/drawing/2014/main" id="{1B746C1C-92F8-1E44-FBCB-41420A8F9873}"/>
              </a:ext>
            </a:extLst>
          </p:cNvPr>
          <p:cNvSpPr txBox="1">
            <a:spLocks/>
          </p:cNvSpPr>
          <p:nvPr/>
        </p:nvSpPr>
        <p:spPr>
          <a:xfrm>
            <a:off x="1429366" y="39505723"/>
            <a:ext cx="23951777" cy="86847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232060" tIns="116030" rIns="232060" bIns="116030" rtlCol="0" anchor="t">
            <a:noAutofit/>
          </a:bodyPr>
          <a:lstStyle>
            <a:lvl1pPr marL="0" indent="0" algn="l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42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21173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58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842345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74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263518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29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684691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29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105863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29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527036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29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2948208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29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369381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29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GB" sz="4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ACKNOWLEDGMENTS</a:t>
            </a:r>
          </a:p>
        </p:txBody>
      </p:sp>
      <p:pic>
        <p:nvPicPr>
          <p:cNvPr id="34" name="Picture 33" descr="A logo for a company&#10;&#10;Description automatically generated">
            <a:extLst>
              <a:ext uri="{FF2B5EF4-FFF2-40B4-BE49-F238E27FC236}">
                <a16:creationId xmlns:a16="http://schemas.microsoft.com/office/drawing/2014/main" id="{E8D1CEAB-53E8-6783-FB4F-B267B0F2DA9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47" r="16068"/>
          <a:stretch/>
        </p:blipFill>
        <p:spPr>
          <a:xfrm>
            <a:off x="23408851" y="354670"/>
            <a:ext cx="5823328" cy="3010804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0770A71-A3E7-41C9-53E0-4A5B11AD7740}"/>
              </a:ext>
            </a:extLst>
          </p:cNvPr>
          <p:cNvSpPr txBox="1"/>
          <p:nvPr/>
        </p:nvSpPr>
        <p:spPr>
          <a:xfrm>
            <a:off x="1455503" y="10790920"/>
            <a:ext cx="2699095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4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GB" sz="4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Neural Networks </a:t>
            </a:r>
            <a:r>
              <a:rPr lang="en-GB" sz="4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 </a:t>
            </a:r>
            <a:r>
              <a:rPr lang="en-GB" sz="4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latent representations </a:t>
            </a:r>
            <a:r>
              <a:rPr lang="en-GB" sz="4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mimic how the human brain </a:t>
            </a:r>
            <a:r>
              <a:rPr lang="en-GB" sz="4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links object properties to grasp types</a:t>
            </a:r>
            <a:r>
              <a:rPr lang="en-GB" sz="4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4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Would the </a:t>
            </a:r>
            <a:r>
              <a:rPr lang="en-GB" sz="4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latent space of a CVAE</a:t>
            </a:r>
            <a:r>
              <a:rPr lang="en-GB" sz="4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trained on </a:t>
            </a:r>
            <a:r>
              <a:rPr lang="en-GB" sz="4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hand-object interaction data </a:t>
            </a:r>
            <a:r>
              <a:rPr lang="en-GB" sz="4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 </a:t>
            </a:r>
            <a:r>
              <a:rPr lang="en-GB" sz="4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affordance-relevant organizations </a:t>
            </a:r>
            <a:r>
              <a:rPr lang="en-GB" sz="4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like what is observed in the human sensorimotor cortex?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4C59858-0CAE-62CB-7E3F-60BB17B79C7C}"/>
              </a:ext>
            </a:extLst>
          </p:cNvPr>
          <p:cNvSpPr txBox="1"/>
          <p:nvPr/>
        </p:nvSpPr>
        <p:spPr>
          <a:xfrm>
            <a:off x="1503199" y="40724068"/>
            <a:ext cx="291162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6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work was funded by </a:t>
            </a:r>
            <a:r>
              <a:rPr lang="en-GB" sz="36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Innovate UK </a:t>
            </a:r>
            <a:r>
              <a:rPr lang="en-GB" sz="36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(grant number 10089807 for the Horizon Europe project </a:t>
            </a:r>
            <a:r>
              <a:rPr lang="en-GB" sz="36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PRIMI</a:t>
            </a:r>
            <a:r>
              <a:rPr lang="en-GB" sz="36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Grant agreement n. 101120727).</a:t>
            </a:r>
          </a:p>
        </p:txBody>
      </p:sp>
      <p:sp>
        <p:nvSpPr>
          <p:cNvPr id="95" name="Subtitle 2">
            <a:extLst>
              <a:ext uri="{FF2B5EF4-FFF2-40B4-BE49-F238E27FC236}">
                <a16:creationId xmlns:a16="http://schemas.microsoft.com/office/drawing/2014/main" id="{CBEDC244-4B3C-CBE8-9524-44A7A0D7F5B7}"/>
              </a:ext>
            </a:extLst>
          </p:cNvPr>
          <p:cNvSpPr txBox="1">
            <a:spLocks/>
          </p:cNvSpPr>
          <p:nvPr/>
        </p:nvSpPr>
        <p:spPr>
          <a:xfrm>
            <a:off x="1313563" y="24986621"/>
            <a:ext cx="17470671" cy="9697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232060" tIns="116030" rIns="232060" bIns="116030" rtlCol="0" anchor="t">
            <a:normAutofit/>
          </a:bodyPr>
          <a:lstStyle>
            <a:lvl1pPr marL="0" indent="0" algn="l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42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21173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58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842345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74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263518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29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684691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29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105863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29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527036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29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2948208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29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369381" indent="0" algn="ctr" defTabSz="421173" rtl="0" eaLnBrk="1" latinLnBrk="0" hangingPunct="1">
              <a:spcBef>
                <a:spcPct val="20000"/>
              </a:spcBef>
              <a:spcAft>
                <a:spcPts val="553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29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GB" sz="4675" dirty="0"/>
              <a:t>LATENT SPACE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3667E7-7168-3CD6-1FAE-BB55E1C65DE4}"/>
              </a:ext>
            </a:extLst>
          </p:cNvPr>
          <p:cNvSpPr txBox="1"/>
          <p:nvPr/>
        </p:nvSpPr>
        <p:spPr>
          <a:xfrm>
            <a:off x="1188888" y="26141175"/>
            <a:ext cx="10092538" cy="129573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3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Findings:</a:t>
            </a:r>
          </a:p>
          <a:p>
            <a:pPr algn="just"/>
            <a:endParaRPr lang="en-GB" sz="38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GB" sz="3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CVAE effectively reconstructed grasping hand poses based on the objects.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endParaRPr lang="en-GB" sz="3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GB" sz="3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PCA revealed a structured latent space: the first </a:t>
            </a:r>
            <a:r>
              <a:rPr lang="en-GB" sz="3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components </a:t>
            </a:r>
            <a:r>
              <a:rPr lang="en-GB" sz="3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explained over </a:t>
            </a:r>
            <a:r>
              <a:rPr lang="en-GB" sz="3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97%</a:t>
            </a:r>
            <a:r>
              <a:rPr lang="en-GB" sz="3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the variance.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endParaRPr lang="en-GB" sz="3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GB" sz="3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Distinct </a:t>
            </a:r>
            <a:r>
              <a:rPr lang="en-GB" sz="3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object-specific clusters </a:t>
            </a:r>
            <a:r>
              <a:rPr lang="en-GB" sz="3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were observed in the latent space, notably </a:t>
            </a:r>
            <a:r>
              <a:rPr lang="en-GB" sz="3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PCs 5-8</a:t>
            </a:r>
            <a:r>
              <a:rPr lang="en-GB" sz="3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endParaRPr lang="en-GB" sz="3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GB" sz="3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Clusters</a:t>
            </a:r>
            <a:r>
              <a:rPr lang="en-GB" sz="3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reflect </a:t>
            </a:r>
            <a:r>
              <a:rPr lang="en-GB" sz="3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similarities </a:t>
            </a:r>
            <a:r>
              <a:rPr lang="en-GB" sz="3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GB" sz="3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grasp types </a:t>
            </a:r>
            <a:r>
              <a:rPr lang="en-GB" sz="3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rather than purely visual object features (e.g., scissors and banana overlap due to similar grip).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endParaRPr lang="en-GB" sz="38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GB" sz="3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representations could improve robotic control by enabling real-time motor planning in the latent space for complex humanoid hand actions, bypassing the need for pixel and joint-level computations.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3A1411B-6454-2FA6-747C-99A474E2BA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069"/>
          <a:stretch/>
        </p:blipFill>
        <p:spPr>
          <a:xfrm>
            <a:off x="12003128" y="26129396"/>
            <a:ext cx="6543807" cy="576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F2721A-A7E2-D817-00C0-B73088913EA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133"/>
          <a:stretch/>
        </p:blipFill>
        <p:spPr>
          <a:xfrm>
            <a:off x="18784234" y="26129396"/>
            <a:ext cx="6543808" cy="5760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30CC766-3C8A-CBC2-4AEB-508D62F92B0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6349" t="6906" r="56409" b="70316"/>
          <a:stretch/>
        </p:blipFill>
        <p:spPr>
          <a:xfrm rot="20962810">
            <a:off x="12267965" y="32381031"/>
            <a:ext cx="3092768" cy="258432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7B5A718-2424-3E2F-2F83-71F55BE52A2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51398" t="63136" r="9916" b="1331"/>
          <a:stretch/>
        </p:blipFill>
        <p:spPr>
          <a:xfrm rot="19663736">
            <a:off x="16261884" y="35406943"/>
            <a:ext cx="2519042" cy="277281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DEB62A-ED07-0696-9047-7845E03496D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904" t="5332" b="58597"/>
          <a:stretch/>
        </p:blipFill>
        <p:spPr>
          <a:xfrm>
            <a:off x="25635346" y="26379828"/>
            <a:ext cx="2584766" cy="281773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257926A-ABFB-B4A9-CF6D-34EA4B422C2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64462" r="50063" b="4841"/>
          <a:stretch/>
        </p:blipFill>
        <p:spPr>
          <a:xfrm>
            <a:off x="15443968" y="31821689"/>
            <a:ext cx="3629110" cy="304768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F53838D-31CC-D365-DE52-1BE47696268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54494" t="3168" r="8622" b="72078"/>
          <a:stretch/>
        </p:blipFill>
        <p:spPr>
          <a:xfrm>
            <a:off x="12389531" y="35423317"/>
            <a:ext cx="3326671" cy="3050139"/>
          </a:xfrm>
          <a:prstGeom prst="rect">
            <a:avLst/>
          </a:prstGeom>
        </p:spPr>
      </p:pic>
      <p:pic>
        <p:nvPicPr>
          <p:cNvPr id="27" name="Picture 26" descr="A colorful logo on a white background&#10;&#10;AI-generated content may be incorrect.">
            <a:extLst>
              <a:ext uri="{FF2B5EF4-FFF2-40B4-BE49-F238E27FC236}">
                <a16:creationId xmlns:a16="http://schemas.microsoft.com/office/drawing/2014/main" id="{E6B85865-FA49-B5BC-8CB3-5026EA91B70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00" t="16611" r="40677" b="6155"/>
          <a:stretch/>
        </p:blipFill>
        <p:spPr>
          <a:xfrm>
            <a:off x="20031060" y="31943375"/>
            <a:ext cx="6036358" cy="6326544"/>
          </a:xfrm>
          <a:prstGeom prst="rect">
            <a:avLst/>
          </a:prstGeom>
        </p:spPr>
      </p:pic>
      <p:pic>
        <p:nvPicPr>
          <p:cNvPr id="29" name="Picture 28" descr="A colorful logo on a white background&#10;&#10;AI-generated content may be incorrect.">
            <a:extLst>
              <a:ext uri="{FF2B5EF4-FFF2-40B4-BE49-F238E27FC236}">
                <a16:creationId xmlns:a16="http://schemas.microsoft.com/office/drawing/2014/main" id="{2C6CEBE0-3FBE-09DC-D7DD-20040DB16F0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41" t="8189" r="-136" b="67442"/>
          <a:stretch/>
        </p:blipFill>
        <p:spPr>
          <a:xfrm>
            <a:off x="25738242" y="33688384"/>
            <a:ext cx="2708217" cy="3126318"/>
          </a:xfrm>
          <a:prstGeom prst="rect">
            <a:avLst/>
          </a:prstGeom>
        </p:spPr>
      </p:pic>
      <p:pic>
        <p:nvPicPr>
          <p:cNvPr id="15" name="Picture 14" descr="A person holding a colorful object&#10;&#10;Description automatically generated">
            <a:extLst>
              <a:ext uri="{FF2B5EF4-FFF2-40B4-BE49-F238E27FC236}">
                <a16:creationId xmlns:a16="http://schemas.microsoft.com/office/drawing/2014/main" id="{A6B112CE-9C22-6167-9757-8565B2FAF22F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589" t="1564" r="843" b="2654"/>
          <a:stretch/>
        </p:blipFill>
        <p:spPr bwMode="auto">
          <a:xfrm>
            <a:off x="1455502" y="17055007"/>
            <a:ext cx="5000046" cy="263797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3" name="Picture 12" descr="A person using a computer&#10;&#10;Description automatically generated">
            <a:extLst>
              <a:ext uri="{FF2B5EF4-FFF2-40B4-BE49-F238E27FC236}">
                <a16:creationId xmlns:a16="http://schemas.microsoft.com/office/drawing/2014/main" id="{9AD979EB-F6F0-7B22-580A-9E60B106397A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47" t="1953" r="1481" b="1918"/>
          <a:stretch/>
        </p:blipFill>
        <p:spPr bwMode="auto">
          <a:xfrm>
            <a:off x="6596783" y="17088770"/>
            <a:ext cx="5000046" cy="263797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B451684-3377-DC87-07E9-AEE266433AC2}"/>
              </a:ext>
            </a:extLst>
          </p:cNvPr>
          <p:cNvSpPr txBox="1"/>
          <p:nvPr/>
        </p:nvSpPr>
        <p:spPr>
          <a:xfrm>
            <a:off x="1495179" y="4465594"/>
            <a:ext cx="2669735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GB" sz="4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Brain Imaging studies show that when planning grasping action, certain parts of the </a:t>
            </a:r>
            <a:r>
              <a:rPr lang="en-GB" sz="4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sensorimotor cortex </a:t>
            </a:r>
            <a:r>
              <a:rPr lang="en-GB" sz="4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associate </a:t>
            </a:r>
            <a:r>
              <a:rPr lang="en-GB" sz="4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properties</a:t>
            </a:r>
            <a:r>
              <a:rPr lang="en-GB" sz="4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the </a:t>
            </a:r>
            <a:r>
              <a:rPr lang="en-GB" sz="4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of grasp </a:t>
            </a:r>
            <a:r>
              <a:rPr lang="en-GB" sz="4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would match the object.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GB" sz="4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Curious to see if such patterns can also emerge in Artificial Neural Networks, a Conditional Variational Autoencoder (</a:t>
            </a:r>
            <a:r>
              <a:rPr lang="en-GB" sz="4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CVAE</a:t>
            </a:r>
            <a:r>
              <a:rPr lang="en-GB" sz="4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was trained on the HO-3D_v3 dataset to </a:t>
            </a:r>
            <a:r>
              <a:rPr lang="en-GB" sz="4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reconstruct grasping hand poses </a:t>
            </a:r>
            <a:r>
              <a:rPr lang="en-GB" sz="4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conditioned on the object.</a:t>
            </a:r>
          </a:p>
          <a:p>
            <a:pPr marL="514350" indent="-514350" algn="just">
              <a:buFont typeface="Arial" panose="020B0604020202020204" pitchFamily="34" charset="0"/>
              <a:buChar char="•"/>
            </a:pPr>
            <a:r>
              <a:rPr lang="en-GB" sz="4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Principal Component Analysis (PCA) on the latent space of the trained CVAE model revealed </a:t>
            </a:r>
            <a:r>
              <a:rPr lang="en-GB" sz="4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 hand representations</a:t>
            </a:r>
            <a:r>
              <a:rPr lang="en-GB" sz="4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were distinctly </a:t>
            </a:r>
            <a:r>
              <a:rPr lang="en-GB" sz="4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organized</a:t>
            </a:r>
            <a:r>
              <a:rPr lang="en-GB" sz="4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by</a:t>
            </a:r>
            <a:r>
              <a:rPr lang="en-GB" sz="44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type of object</a:t>
            </a:r>
            <a:r>
              <a:rPr lang="en-GB" sz="4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C3792B1-E011-0ECE-58FF-975AE603C457}"/>
              </a:ext>
            </a:extLst>
          </p:cNvPr>
          <p:cNvSpPr/>
          <p:nvPr/>
        </p:nvSpPr>
        <p:spPr>
          <a:xfrm>
            <a:off x="4566402" y="15919411"/>
            <a:ext cx="2147845" cy="92013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solidFill>
                  <a:schemeClr val="bg1"/>
                </a:solidFill>
                <a:latin typeface="Aptos Narrow" panose="020B0004020202020204" pitchFamily="34" charset="0"/>
                <a:cs typeface="Times New Roman" panose="02020603050405020304" pitchFamily="18" charset="0"/>
              </a:rPr>
              <a:t>Dataset</a:t>
            </a:r>
          </a:p>
        </p:txBody>
      </p:sp>
      <p:pic>
        <p:nvPicPr>
          <p:cNvPr id="1028" name="Picture 4" descr="Free Database Icon - Free Download User Interface Icons | IconScout">
            <a:extLst>
              <a:ext uri="{FF2B5EF4-FFF2-40B4-BE49-F238E27FC236}">
                <a16:creationId xmlns:a16="http://schemas.microsoft.com/office/drawing/2014/main" id="{6D504407-056B-2CC7-C3CC-6C25B85E60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822" y="15401827"/>
            <a:ext cx="1389439" cy="1389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1084483-25F1-8937-D8EB-FBE6571077DD}"/>
              </a:ext>
            </a:extLst>
          </p:cNvPr>
          <p:cNvSpPr/>
          <p:nvPr/>
        </p:nvSpPr>
        <p:spPr>
          <a:xfrm>
            <a:off x="19326609" y="16206379"/>
            <a:ext cx="4316896" cy="113216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b="1" dirty="0">
                <a:solidFill>
                  <a:schemeClr val="bg1"/>
                </a:solidFill>
                <a:latin typeface="Aptos Narrow" panose="020B0004020202020204" pitchFamily="34" charset="0"/>
                <a:cs typeface="Times New Roman" panose="02020603050405020304" pitchFamily="18" charset="0"/>
              </a:rPr>
              <a:t>CVAE Architecture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69507DB-2BA6-A358-DB34-9307E7E3BA9F}"/>
              </a:ext>
            </a:extLst>
          </p:cNvPr>
          <p:cNvSpPr txBox="1"/>
          <p:nvPr/>
        </p:nvSpPr>
        <p:spPr>
          <a:xfrm>
            <a:off x="1455502" y="19723674"/>
            <a:ext cx="101781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Hampali</a:t>
            </a:r>
            <a:r>
              <a:rPr lang="en-GB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S., Sarkar, S. D., &amp; Lepetit, V. (2021). </a:t>
            </a:r>
            <a:r>
              <a:rPr lang="en-GB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Ho-3d_v3</a:t>
            </a:r>
            <a:r>
              <a:rPr lang="en-GB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Improving the accuracy of hand-object annotations of the ho-3d dataset. </a:t>
            </a:r>
            <a:r>
              <a:rPr lang="en-GB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 arXiv:2107.00887</a:t>
            </a:r>
            <a:r>
              <a:rPr lang="en-GB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  <a:endParaRPr lang="en-GB" dirty="0"/>
          </a:p>
        </p:txBody>
      </p:sp>
      <p:pic>
        <p:nvPicPr>
          <p:cNvPr id="40" name="Picture 39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0EA84C08-70D5-D96B-51A7-6B24EE8B10B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307" y="20252593"/>
            <a:ext cx="10548178" cy="3908474"/>
          </a:xfrm>
          <a:prstGeom prst="rect">
            <a:avLst/>
          </a:prstGeom>
        </p:spPr>
      </p:pic>
      <p:pic>
        <p:nvPicPr>
          <p:cNvPr id="44" name="Picture 6">
            <a:extLst>
              <a:ext uri="{FF2B5EF4-FFF2-40B4-BE49-F238E27FC236}">
                <a16:creationId xmlns:a16="http://schemas.microsoft.com/office/drawing/2014/main" id="{EE5600B3-1D83-6366-08A2-82E3CA953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887" b="95755" l="2532" r="97046">
                        <a14:foregroundMark x1="81857" y1="89623" x2="78059" y2="95755"/>
                        <a14:foregroundMark x1="90717" y1="68868" x2="92827" y2="77830"/>
                        <a14:foregroundMark x1="6329" y1="37264" x2="5063" y2="34906"/>
                        <a14:foregroundMark x1="2532" y1="6604" x2="2954" y2="2358"/>
                        <a14:foregroundMark x1="93249" y1="72642" x2="97046" y2="7169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229375" flipH="1">
            <a:off x="22503315" y="22487132"/>
            <a:ext cx="3498666" cy="3129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7640471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5117</TotalTime>
  <Words>372</Words>
  <Application>Microsoft Office PowerPoint</Application>
  <PresentationFormat>Custom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 Narrow</vt:lpstr>
      <vt:lpstr>Arial</vt:lpstr>
      <vt:lpstr>Calibri</vt:lpstr>
      <vt:lpstr>Century Gothic</vt:lpstr>
      <vt:lpstr>Times New Roman</vt:lpstr>
      <vt:lpstr>Wingdings 3</vt:lpstr>
      <vt:lpstr>Slice</vt:lpstr>
      <vt:lpstr>Disentangling Grasp-Object Representations in the Latent Space: Toward Brain-like Affordances for Machines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Neuromorphic Computing for Interactive Robotics: A Systematic Review</dc:title>
  <dc:creator>Muhammad Aitsam</dc:creator>
  <cp:lastModifiedBy>Pourfannan, Hamed</cp:lastModifiedBy>
  <cp:revision>68</cp:revision>
  <dcterms:created xsi:type="dcterms:W3CDTF">2022-06-03T11:06:32Z</dcterms:created>
  <dcterms:modified xsi:type="dcterms:W3CDTF">2025-06-12T13:02:59Z</dcterms:modified>
</cp:coreProperties>
</file>